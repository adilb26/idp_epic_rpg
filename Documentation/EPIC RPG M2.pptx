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66"/>
    <a:srgbClr val="E63946"/>
    <a:srgbClr val="1B263B"/>
    <a:srgbClr val="6A439C"/>
    <a:srgbClr val="2B2D42"/>
    <a:srgbClr val="A8DADC"/>
    <a:srgbClr val="F1FAFE"/>
    <a:srgbClr val="1D1D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702C3-A0D0-FE53-4BB3-229667C02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B8E2A-D0B0-9839-5FB1-AED976544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64F3-3889-727C-638D-BE29D816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8BFEB-CBF8-643E-8552-95F077BC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F6009-6D60-C8C4-9A84-916B93FB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43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0673-D646-CF00-E0FC-380AA876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80A2F-FC24-303E-90EE-3189342D7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DD2D8-E2CA-E482-E0BA-643EA4C23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218BC-4691-C324-5DB1-C85E455C7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9E6AB-DE3B-A064-2E63-437B3449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1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E56C-9B0B-D9B4-D1A7-07001FC9B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42BDF-AE97-5640-9EF1-00A7B02CB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A86A8-0C2F-69E3-8CAB-AD0584231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FE5F5-6E9B-BD31-CC62-39DEA47B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F0D15-A112-ADE4-7960-69F290983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00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0A443-6582-257D-68C1-32566997C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BBD8F-4FE8-CAAD-D35B-F3FC34D49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49100-B100-50BD-FB2A-7E37FAC1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47954-3367-A872-387C-AE5309968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738E2-1739-5B81-53A9-A0D46874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AD973-0604-E7D2-4D5A-1FC87399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196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3713F-AE29-CD77-AC9B-6D661EF50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F9338-FBBB-85EC-DFC0-D5839C702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199DC-D20B-DEDD-EBEA-E34462958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02F8D-08C1-83BB-87DE-782A8564E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9F311-1470-77BB-C29C-B34D8FF69F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7E23D5-F18A-CB11-D5FE-0259BFADB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0AB56F-29CE-E91B-C52E-5AF9FCD24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8D36E-E39A-AE18-FD38-0E5A7B0CD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774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7919-694C-922D-B983-52068FBCA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AC8F9-DD30-41CD-FC1B-DF81F7C7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88391-0FFE-685A-8215-8716EE479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48DE2-C51B-4DC4-4501-0DA7F8D75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88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44DDF-4BEF-73C5-CDA1-ED52A6FB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C5C37-4317-892D-DC03-4557DBF8C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E5F8C-C5C1-3280-9457-7E6FAF72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45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F4CB-5C2A-ECD3-D337-8472F447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52DD8-E3B5-FAAF-2536-572258C37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F3795-A648-19AB-33BF-9D6246B4A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675C5-542D-8BAE-D139-D79A0221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96881-69AB-C3E1-3B4E-E26B0F8E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89462-3F41-889F-B4A7-FAC97F30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22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2109-ADE1-5B44-C176-DF929D5A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61BA6-C6FB-BE75-CEFC-31BB20DE5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E76DF-83BE-1273-2777-193AB9448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4E8AA-6CB8-7AA1-205D-75FC4920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C9BC1-9CDB-38FC-B323-EDE7C6F2F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D82ED-41F8-8D41-EF7F-AD4327B1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81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C475D-6193-521E-6E3B-D620F2B0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8A485-3A5E-FA36-A5FB-FE26BAF2E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99EB4-4B92-44F7-D0BF-8475A6E25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A117E-C24D-36B2-A384-2E1177237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0C9EA-E1C7-7DA1-BC10-BB396CFF9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87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A14F4A-BDD3-ECBF-03A1-7838023C1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37A3C-14ED-DC88-6AAC-FE36AE184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9675D-2C40-1CF2-C07C-6A793272A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984E-94E2-4E0F-A5B2-26E66A8769B7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1B9F4-B790-CB89-4B64-6B0201A3E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BCDC2-9C3D-A1DB-1AC3-131E00C3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1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D3A076-FB12-105D-5168-3267A1946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0E45C-B7DA-2861-8FB3-ADF5BDCA3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DD9AF-B23E-F2BE-2470-8A67D2734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3984E-94E2-4E0F-A5B2-26E66A8769B7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FC9B2-D935-3943-34C2-BA7965C6B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BE668-1144-84C9-4F78-8888EA07C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F0DF0-C895-4BCB-AF70-14AA1E9F94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57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1A8B3-FE48-7DF6-75DF-E4717A35DC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D166"/>
                </a:solidFill>
                <a:latin typeface="Franklin Gothic Medium" panose="020B0603020102020204" pitchFamily="34" charset="0"/>
              </a:rPr>
              <a:t>EPIC RPG V2</a:t>
            </a:r>
            <a:endParaRPr lang="en-IN" b="1" dirty="0">
              <a:solidFill>
                <a:srgbClr val="FFD166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A69BB-A1D7-D452-B6C2-5B892D2FF5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6A439C"/>
                </a:solidFill>
              </a:rPr>
              <a:t>Adil </a:t>
            </a:r>
            <a:r>
              <a:rPr lang="en-IN" b="1" dirty="0" err="1">
                <a:solidFill>
                  <a:srgbClr val="6A439C"/>
                </a:solidFill>
              </a:rPr>
              <a:t>Belim</a:t>
            </a:r>
            <a:r>
              <a:rPr lang="en-IN" b="1" dirty="0">
                <a:solidFill>
                  <a:srgbClr val="6A439C"/>
                </a:solidFill>
              </a:rPr>
              <a:t>  (92400584032)</a:t>
            </a:r>
            <a:endParaRPr lang="en-IN" dirty="0">
              <a:solidFill>
                <a:srgbClr val="6A439C"/>
              </a:solidFill>
            </a:endParaRPr>
          </a:p>
          <a:p>
            <a:r>
              <a:rPr lang="en-IN" b="1" dirty="0">
                <a:solidFill>
                  <a:srgbClr val="6A439C"/>
                </a:solidFill>
              </a:rPr>
              <a:t>Krupali Shah (92400584055) </a:t>
            </a:r>
            <a:endParaRPr lang="en-IN" dirty="0">
              <a:solidFill>
                <a:srgbClr val="6A439C"/>
              </a:solidFill>
            </a:endParaRPr>
          </a:p>
          <a:p>
            <a:r>
              <a:rPr lang="en-IN" b="1" dirty="0">
                <a:solidFill>
                  <a:srgbClr val="6A439C"/>
                </a:solidFill>
              </a:rPr>
              <a:t> Niyati </a:t>
            </a:r>
            <a:r>
              <a:rPr lang="en-IN" b="1" dirty="0" err="1">
                <a:solidFill>
                  <a:srgbClr val="6A439C"/>
                </a:solidFill>
              </a:rPr>
              <a:t>Bhanani</a:t>
            </a:r>
            <a:r>
              <a:rPr lang="en-IN" b="1" dirty="0">
                <a:solidFill>
                  <a:srgbClr val="6A439C"/>
                </a:solidFill>
              </a:rPr>
              <a:t> (92400584019) </a:t>
            </a:r>
            <a:endParaRPr lang="en-IN" dirty="0">
              <a:solidFill>
                <a:srgbClr val="6A439C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9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F7E0-5D78-CA5E-BA16-560A842EE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E63946"/>
                </a:solidFill>
              </a:rPr>
              <a:t>Company Profile : GALAMINE AI</a:t>
            </a:r>
            <a:endParaRPr lang="en-IN" dirty="0">
              <a:solidFill>
                <a:srgbClr val="E6394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BD763-39BC-41A8-3B6B-9FD9A6AE9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>
                <a:solidFill>
                  <a:srgbClr val="2B2D42"/>
                </a:solidFill>
              </a:rPr>
              <a:t>Galamine</a:t>
            </a:r>
            <a:r>
              <a:rPr lang="en-IN" dirty="0">
                <a:solidFill>
                  <a:srgbClr val="2B2D42"/>
                </a:solidFill>
              </a:rPr>
              <a:t> AI is a technology-driven company specializing in Artificial Intelligence solutions that help organizations automate processes, improve customer engagement, and enhance operational efficiency. The company develops AI-powered chatbots, virtual assistants, and customized digital solutions to support business growth and innovation.</a:t>
            </a:r>
          </a:p>
          <a:p>
            <a:r>
              <a:rPr lang="en-IN" dirty="0" err="1">
                <a:solidFill>
                  <a:srgbClr val="2B2D42"/>
                </a:solidFill>
              </a:rPr>
              <a:t>Galamine</a:t>
            </a:r>
            <a:r>
              <a:rPr lang="en-IN" dirty="0">
                <a:solidFill>
                  <a:srgbClr val="2B2D42"/>
                </a:solidFill>
              </a:rPr>
              <a:t> AI operates under Amri Foundation, an organization committed to innovation, social impact, and sustainable development through technology and education.</a:t>
            </a:r>
          </a:p>
        </p:txBody>
      </p:sp>
    </p:spTree>
    <p:extLst>
      <p:ext uri="{BB962C8B-B14F-4D97-AF65-F5344CB8AC3E}">
        <p14:creationId xmlns:p14="http://schemas.microsoft.com/office/powerpoint/2010/main" val="1425008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6C50-15FB-904E-3A93-75807196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E63946"/>
                </a:solidFill>
              </a:rPr>
              <a:t>Synopsis</a:t>
            </a:r>
            <a:endParaRPr lang="en-IN" dirty="0">
              <a:solidFill>
                <a:srgbClr val="E6394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D1B08-3B6D-C9BF-338D-66E27BE11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B2D42"/>
                </a:solidFill>
                <a:effectLst/>
              </a:rPr>
              <a:t>Interactive text-based RPG game developed using Python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Supports user registration, login, and character creation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Features exploration, battles, rewards, items, and leveling up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Uses modular design for gameplay, inventory, store, and utilities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Stores player data using JSON-based file handling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Demonstrates core Python concepts like functions, loops, conditionals, and file handling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Runs on any system with Python, no graphics required</a:t>
            </a:r>
            <a:endParaRPr lang="en-US" dirty="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95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A163-0409-ACAF-E04F-7B596F09D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D166"/>
                </a:solidFill>
              </a:rPr>
              <a:t>Introduction</a:t>
            </a:r>
            <a:endParaRPr lang="en-IN" b="1" dirty="0">
              <a:solidFill>
                <a:srgbClr val="FFD1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A4814-FFEF-2604-A24A-407490229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6A439C"/>
                </a:solidFill>
              </a:rPr>
              <a:t>Text-based RPGs (Role-Playing Games) are one of the earliest forms of computer games, built entirely through text prompts and user choices. These games are simple yet highly interactive, relying on decision-making rather than graphics</a:t>
            </a:r>
          </a:p>
        </p:txBody>
      </p:sp>
    </p:spTree>
    <p:extLst>
      <p:ext uri="{BB962C8B-B14F-4D97-AF65-F5344CB8AC3E}">
        <p14:creationId xmlns:p14="http://schemas.microsoft.com/office/powerpoint/2010/main" val="345546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BD9B-825D-C6FC-8772-7DE04A5C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E63946"/>
                </a:solidFill>
              </a:rPr>
              <a:t>Objective</a:t>
            </a:r>
            <a:endParaRPr lang="en-IN" b="1" dirty="0">
              <a:solidFill>
                <a:srgbClr val="E6394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8B72F-0180-04E1-A564-6FC0F62E5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B2D42"/>
                </a:solidFill>
                <a:effectLst/>
              </a:rPr>
              <a:t>Implement user registration, login, and account management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Enable character progression with health, XP, level, and coin management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Design core game modules such as hunting, adventure, inventory, store, and profile</a:t>
            </a:r>
          </a:p>
          <a:p>
            <a:r>
              <a:rPr lang="en-US" dirty="0">
                <a:solidFill>
                  <a:srgbClr val="2B2D42"/>
                </a:solidFill>
              </a:rPr>
              <a:t>Lucy charm to boost your drops</a:t>
            </a:r>
          </a:p>
          <a:p>
            <a:r>
              <a:rPr lang="en-US" dirty="0">
                <a:solidFill>
                  <a:srgbClr val="2B2D42"/>
                </a:solidFill>
                <a:effectLst/>
              </a:rPr>
              <a:t>Store and retrieve user data using JSON-based file storage</a:t>
            </a:r>
            <a:endParaRPr lang="en-US" dirty="0">
              <a:solidFill>
                <a:srgbClr val="2B2D42"/>
              </a:solidFill>
            </a:endParaRPr>
          </a:p>
          <a:p>
            <a:r>
              <a:rPr lang="en-US" dirty="0">
                <a:solidFill>
                  <a:srgbClr val="2B2D42"/>
                </a:solidFill>
                <a:effectLst/>
              </a:rPr>
              <a:t>Provide a simple and user-friendly text-based interface</a:t>
            </a:r>
            <a:endParaRPr lang="en-US" dirty="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912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95E8F-DD6C-73C2-205B-6E3BC191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D166"/>
                </a:solidFill>
              </a:rPr>
              <a:t>MODULES</a:t>
            </a:r>
            <a:endParaRPr lang="en-IN" b="1" dirty="0">
              <a:solidFill>
                <a:srgbClr val="FFD1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FD947-9BAF-6768-753E-FC9FFDAA3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6A439C"/>
                </a:solidFill>
                <a:effectLst/>
              </a:rPr>
              <a:t>User Management Module: Manages user registration, login, deletion, and data storage.</a:t>
            </a:r>
            <a:endParaRPr lang="en-US" dirty="0">
              <a:solidFill>
                <a:srgbClr val="6A439C"/>
              </a:solidFill>
            </a:endParaRPr>
          </a:p>
          <a:p>
            <a:r>
              <a:rPr lang="en-US" dirty="0">
                <a:solidFill>
                  <a:srgbClr val="6A439C"/>
                </a:solidFill>
                <a:effectLst/>
              </a:rPr>
              <a:t>Game Mechanics Module: Handles core gameplay actions like hunting, adventure, rewards, and leveling.</a:t>
            </a:r>
            <a:endParaRPr lang="en-US" dirty="0">
              <a:solidFill>
                <a:srgbClr val="6A439C"/>
              </a:solidFill>
            </a:endParaRPr>
          </a:p>
          <a:p>
            <a:r>
              <a:rPr lang="en-US" dirty="0">
                <a:solidFill>
                  <a:srgbClr val="6A439C"/>
                </a:solidFill>
                <a:effectLst/>
              </a:rPr>
              <a:t>Inventory Module: Displays and manages player items.</a:t>
            </a:r>
            <a:endParaRPr lang="en-US" dirty="0">
              <a:solidFill>
                <a:srgbClr val="6A439C"/>
              </a:solidFill>
            </a:endParaRPr>
          </a:p>
          <a:p>
            <a:r>
              <a:rPr lang="en-US" dirty="0">
                <a:solidFill>
                  <a:srgbClr val="6A439C"/>
                </a:solidFill>
                <a:effectLst/>
              </a:rPr>
              <a:t>Profile Module: Shows player character details and statistics.</a:t>
            </a:r>
            <a:endParaRPr lang="en-US" dirty="0">
              <a:solidFill>
                <a:srgbClr val="6A439C"/>
              </a:solidFill>
            </a:endParaRPr>
          </a:p>
          <a:p>
            <a:r>
              <a:rPr lang="en-US" dirty="0">
                <a:solidFill>
                  <a:srgbClr val="6A439C"/>
                </a:solidFill>
                <a:effectLst/>
              </a:rPr>
              <a:t>Store Module: Allows players to purchase items using in-game currency.</a:t>
            </a:r>
          </a:p>
          <a:p>
            <a:r>
              <a:rPr lang="en-US" dirty="0">
                <a:solidFill>
                  <a:srgbClr val="6A439C"/>
                </a:solidFill>
              </a:rPr>
              <a:t>Craft module : to craft some items</a:t>
            </a:r>
          </a:p>
          <a:p>
            <a:r>
              <a:rPr lang="en-US" dirty="0">
                <a:solidFill>
                  <a:srgbClr val="6A439C"/>
                </a:solidFill>
                <a:effectLst/>
              </a:rPr>
              <a:t>Main Game Module: Controls overall game flow and user interaction.</a:t>
            </a:r>
            <a:endParaRPr lang="en-US" dirty="0">
              <a:solidFill>
                <a:srgbClr val="6A439C"/>
              </a:solidFill>
            </a:endParaRPr>
          </a:p>
          <a:p>
            <a:r>
              <a:rPr lang="en-US" dirty="0">
                <a:solidFill>
                  <a:srgbClr val="6A439C"/>
                </a:solidFill>
                <a:effectLst/>
              </a:rPr>
              <a:t>Utils Module: Provides helper functions such as level calculation and item mappings.</a:t>
            </a:r>
            <a:r>
              <a:rPr lang="en-IN" dirty="0">
                <a:solidFill>
                  <a:srgbClr val="6A439C"/>
                </a:solidFill>
                <a:effectLst/>
              </a:rPr>
              <a:t> </a:t>
            </a:r>
            <a:r>
              <a:rPr lang="en-IN" sz="1000" dirty="0">
                <a:solidFill>
                  <a:srgbClr val="6A439C"/>
                </a:solidFill>
                <a:effectLst/>
              </a:rPr>
              <a:t>(more information available in documentation)</a:t>
            </a:r>
            <a:endParaRPr lang="en-US" dirty="0">
              <a:solidFill>
                <a:srgbClr val="6A43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213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183C7-3316-4AFD-4ABF-5A4819807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B7B0-215D-B010-41F5-C15CBCB52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E63946"/>
                </a:solidFill>
              </a:rPr>
              <a:t>Menu Design</a:t>
            </a:r>
            <a:endParaRPr lang="en-IN" b="1" dirty="0">
              <a:solidFill>
                <a:srgbClr val="E6394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7F3D6-195E-A3B2-E28E-069DCBE62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MENU</a:t>
            </a:r>
            <a:endParaRPr lang="en-IN" dirty="0"/>
          </a:p>
          <a:p>
            <a:r>
              <a:rPr lang="en-IN" b="1" dirty="0"/>
              <a:t>1. 🎯 Hunt</a:t>
            </a:r>
            <a:endParaRPr lang="en-IN" dirty="0"/>
          </a:p>
          <a:p>
            <a:r>
              <a:rPr lang="en-IN" b="1" dirty="0"/>
              <a:t>2. 🗺️ Adventure</a:t>
            </a:r>
            <a:endParaRPr lang="en-IN" dirty="0"/>
          </a:p>
          <a:p>
            <a:r>
              <a:rPr lang="en-IN" b="1" dirty="0"/>
              <a:t>3. 🧪 Heal using Life Potion</a:t>
            </a:r>
            <a:endParaRPr lang="en-IN" dirty="0"/>
          </a:p>
          <a:p>
            <a:r>
              <a:rPr lang="en-IN" b="1" dirty="0"/>
              <a:t>4. 🎒 View Inventory</a:t>
            </a:r>
            <a:endParaRPr lang="en-IN" dirty="0"/>
          </a:p>
          <a:p>
            <a:r>
              <a:rPr lang="en-IN" b="1" dirty="0"/>
              <a:t>5. 👤 View Profile</a:t>
            </a:r>
            <a:endParaRPr lang="en-IN" dirty="0"/>
          </a:p>
          <a:p>
            <a:r>
              <a:rPr lang="en-IN" b="1" dirty="0"/>
              <a:t>6. 🏪 Store</a:t>
            </a:r>
            <a:endParaRPr lang="en-IN" dirty="0"/>
          </a:p>
          <a:p>
            <a:r>
              <a:rPr lang="en-IN" b="1" dirty="0"/>
              <a:t>7. 🪵 Chop Wood</a:t>
            </a:r>
            <a:endParaRPr lang="en-IN" dirty="0"/>
          </a:p>
          <a:p>
            <a:r>
              <a:rPr lang="en-IN" b="1" dirty="0"/>
              <a:t>8. 🎁 Reward</a:t>
            </a:r>
            <a:endParaRPr lang="en-IN" dirty="0"/>
          </a:p>
          <a:p>
            <a:r>
              <a:rPr lang="en-IN" b="1" dirty="0"/>
              <a:t>9. 🛠️ Craft</a:t>
            </a:r>
            <a:endParaRPr lang="en-IN" dirty="0"/>
          </a:p>
          <a:p>
            <a:r>
              <a:rPr lang="en-IN" b="1" dirty="0"/>
              <a:t>10. 🗑️ Delete User</a:t>
            </a:r>
            <a:endParaRPr lang="en-IN" dirty="0"/>
          </a:p>
          <a:p>
            <a:r>
              <a:rPr lang="en-IN" b="1" dirty="0"/>
              <a:t>11. 🚪 Exit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1249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76BA2-2B39-0DBE-B689-A655BC1F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FCAB-DA93-817C-7811-3E1617D2A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D166"/>
                </a:solidFill>
              </a:rPr>
              <a:t>Screen Design</a:t>
            </a:r>
            <a:endParaRPr lang="en-IN" b="1" dirty="0">
              <a:solidFill>
                <a:srgbClr val="FFD166"/>
              </a:solidFill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1FC411-AE9C-074E-18B4-B1F74F5BE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831" y="963645"/>
            <a:ext cx="4544337" cy="571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18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4B989-406F-F3BC-3C70-8C7460435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0B2A-5448-D564-5ED8-136391207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E63946"/>
                </a:solidFill>
              </a:rPr>
              <a:t>Test Case (Manual)</a:t>
            </a:r>
            <a:endParaRPr lang="en-IN" b="1" dirty="0">
              <a:solidFill>
                <a:srgbClr val="E63946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39FD157-9D6D-5964-D341-52316A8821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0395931"/>
              </p:ext>
            </p:extLst>
          </p:nvPr>
        </p:nvGraphicFramePr>
        <p:xfrm>
          <a:off x="225357" y="1343818"/>
          <a:ext cx="11741286" cy="46984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2757">
                  <a:extLst>
                    <a:ext uri="{9D8B030D-6E8A-4147-A177-3AD203B41FA5}">
                      <a16:colId xmlns:a16="http://schemas.microsoft.com/office/drawing/2014/main" val="1584542883"/>
                    </a:ext>
                  </a:extLst>
                </a:gridCol>
                <a:gridCol w="1992757">
                  <a:extLst>
                    <a:ext uri="{9D8B030D-6E8A-4147-A177-3AD203B41FA5}">
                      <a16:colId xmlns:a16="http://schemas.microsoft.com/office/drawing/2014/main" val="3048768145"/>
                    </a:ext>
                  </a:extLst>
                </a:gridCol>
                <a:gridCol w="3553683">
                  <a:extLst>
                    <a:ext uri="{9D8B030D-6E8A-4147-A177-3AD203B41FA5}">
                      <a16:colId xmlns:a16="http://schemas.microsoft.com/office/drawing/2014/main" val="585485111"/>
                    </a:ext>
                  </a:extLst>
                </a:gridCol>
                <a:gridCol w="4202089">
                  <a:extLst>
                    <a:ext uri="{9D8B030D-6E8A-4147-A177-3AD203B41FA5}">
                      <a16:colId xmlns:a16="http://schemas.microsoft.com/office/drawing/2014/main" val="1864348816"/>
                    </a:ext>
                  </a:extLst>
                </a:gridCol>
              </a:tblGrid>
              <a:tr h="4334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Test Case ID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Menu Option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Description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Expected Result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3337007035"/>
                  </a:ext>
                </a:extLst>
              </a:tr>
              <a:tr h="3350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TC-01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Register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Create a new user account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User account created successfully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1336780579"/>
                  </a:ext>
                </a:extLst>
              </a:tr>
              <a:tr h="3210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TC-02</a:t>
                      </a:r>
                      <a:endParaRPr lang="en-IN" sz="12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Login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Login with valid credentials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User logged in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2338429125"/>
                  </a:ext>
                </a:extLst>
              </a:tr>
              <a:tr h="3501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TC-03</a:t>
                      </a:r>
                      <a:endParaRPr lang="en-IN" sz="12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Login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Login with invalid credentials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Access denied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3473876627"/>
                  </a:ext>
                </a:extLst>
              </a:tr>
              <a:tr h="225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TC-04</a:t>
                      </a:r>
                      <a:endParaRPr lang="en-IN" sz="12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Hunt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Perform hunt action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XP, coins, and items updated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2630181739"/>
                  </a:ext>
                </a:extLst>
              </a:tr>
              <a:tr h="3336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TC-05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Adventure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Perform adventure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Health reduced or rewards gained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3925401266"/>
                  </a:ext>
                </a:extLst>
              </a:tr>
              <a:tr h="3185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TC-06</a:t>
                      </a:r>
                      <a:endParaRPr lang="en-IN" sz="12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Chop Wood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Chop wood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Wood logs added to inventory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10549455"/>
                  </a:ext>
                </a:extLst>
              </a:tr>
              <a:tr h="2900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TC-07</a:t>
                      </a:r>
                      <a:endParaRPr lang="en-IN" sz="12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Store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Buy weapon or item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Inventory updated, stats affected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49906670"/>
                  </a:ext>
                </a:extLst>
              </a:tr>
              <a:tr h="2626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TC-08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Craft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Craft Wooden Sword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Weapon crafted, attack increased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1225831802"/>
                  </a:ext>
                </a:extLst>
              </a:tr>
              <a:tr h="311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TC-09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Craft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Craft Lucky Charm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Luck increased, cooldown applied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1189201464"/>
                  </a:ext>
                </a:extLst>
              </a:tr>
              <a:tr h="225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TC-10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Heal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Use Life Potion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Health restored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2648631201"/>
                  </a:ext>
                </a:extLst>
              </a:tr>
              <a:tr h="225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TC-11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Inventory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View inventory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Items displayed correctly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1875606690"/>
                  </a:ext>
                </a:extLst>
              </a:tr>
              <a:tr h="225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TC-12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Profile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View profile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Player stats displayed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2506806847"/>
                  </a:ext>
                </a:extLst>
              </a:tr>
              <a:tr h="225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TC-13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Reward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Claim reward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XP or coins added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2477139653"/>
                  </a:ext>
                </a:extLst>
              </a:tr>
              <a:tr h="2956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TC-14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Delete User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Delete account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User data removed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4220590091"/>
                  </a:ext>
                </a:extLst>
              </a:tr>
              <a:tr h="321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TC-15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Exit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Exit game</a:t>
                      </a:r>
                      <a:endParaRPr lang="en-IN" sz="120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Program terminates safely</a:t>
                      </a:r>
                      <a:endParaRPr lang="en-IN" sz="1200" dirty="0">
                        <a:effectLst/>
                        <a:latin typeface="Nimbus Roman No9 L"/>
                        <a:ea typeface="Nimbus Roman No9 L"/>
                        <a:cs typeface="Nimbus Roman No9 L"/>
                      </a:endParaRPr>
                    </a:p>
                  </a:txBody>
                  <a:tcPr marL="66376" marR="66376" marT="0" marB="0" anchor="ctr"/>
                </a:tc>
                <a:extLst>
                  <a:ext uri="{0D108BD9-81ED-4DB2-BD59-A6C34878D82A}">
                    <a16:rowId xmlns:a16="http://schemas.microsoft.com/office/drawing/2014/main" val="130825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89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917D3-3EBF-D06B-9768-7534EBC5F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5072-8258-39D7-18D5-85359CBB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D166"/>
                </a:solidFill>
              </a:rPr>
              <a:t>Learning During Project Work</a:t>
            </a:r>
            <a:endParaRPr lang="en-IN" b="1" dirty="0">
              <a:solidFill>
                <a:srgbClr val="FFD166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CAFD3-46E8-764A-7311-DDB6107A0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Learned how to break a big problem into smaller and easier parts</a:t>
            </a:r>
          </a:p>
          <a:p>
            <a:r>
              <a:rPr lang="en-US" dirty="0"/>
              <a:t>Got better at Python by actually using it in a real project</a:t>
            </a:r>
          </a:p>
          <a:p>
            <a:r>
              <a:rPr lang="en-US" dirty="0"/>
              <a:t>Understood how to save and load data using files (JSON)</a:t>
            </a:r>
          </a:p>
          <a:p>
            <a:r>
              <a:rPr lang="en-US" dirty="0"/>
              <a:t>Improved logic by fixing errors and testing the game again and again</a:t>
            </a:r>
          </a:p>
          <a:p>
            <a:r>
              <a:rPr lang="en-US" dirty="0"/>
              <a:t>Learned how different parts of a program work together</a:t>
            </a:r>
          </a:p>
          <a:p>
            <a:r>
              <a:rPr lang="en-US" dirty="0"/>
              <a:t>Got hands-on experience in planning and building a complete system</a:t>
            </a:r>
          </a:p>
          <a:p>
            <a:r>
              <a:rPr lang="en-US" dirty="0"/>
              <a:t>Felt more confident after successfully completing the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4699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7BC12-CBB1-5422-AB5C-80D313EDB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2C1B3-A412-3058-B011-890F959CD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E63946"/>
                </a:solidFill>
              </a:rPr>
              <a:t>Hardware Requirement</a:t>
            </a:r>
            <a:endParaRPr lang="en-IN" b="1" dirty="0">
              <a:solidFill>
                <a:srgbClr val="E63946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1AC7B-70BE-77B1-83F5-89B8E1617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Hardware Requirement</a:t>
            </a:r>
          </a:p>
          <a:p>
            <a:pPr lvl="0"/>
            <a:r>
              <a:rPr lang="en-IN" dirty="0"/>
              <a:t>Processor: Intel / AMD processor or equivalent</a:t>
            </a:r>
          </a:p>
          <a:p>
            <a:pPr lvl="0"/>
            <a:r>
              <a:rPr lang="en-IN" dirty="0"/>
              <a:t>RAM: Minimum 2 GB (4 GB or more recommended)</a:t>
            </a:r>
          </a:p>
          <a:p>
            <a:pPr lvl="0"/>
            <a:r>
              <a:rPr lang="en-IN" dirty="0"/>
              <a:t>Storage: 200–300 MB free disk space to support future game data, save files, logs, and feature expansions</a:t>
            </a:r>
          </a:p>
          <a:p>
            <a:pPr lvl="0"/>
            <a:r>
              <a:rPr lang="en-IN" dirty="0"/>
              <a:t>Display: Terminal or console window</a:t>
            </a:r>
          </a:p>
          <a:p>
            <a:pPr lvl="0"/>
            <a:r>
              <a:rPr lang="en-IN" dirty="0"/>
              <a:t>Input Device: Keyboard</a:t>
            </a:r>
          </a:p>
        </p:txBody>
      </p:sp>
    </p:spTree>
    <p:extLst>
      <p:ext uri="{BB962C8B-B14F-4D97-AF65-F5344CB8AC3E}">
        <p14:creationId xmlns:p14="http://schemas.microsoft.com/office/powerpoint/2010/main" val="3597045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92639-EC0B-1C4A-3E30-3EF19C6E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ADCE4-49FB-D5A0-D380-54FA5778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D166"/>
                </a:solidFill>
              </a:rPr>
              <a:t>Software Requirement</a:t>
            </a:r>
            <a:endParaRPr lang="en-IN" b="1" dirty="0">
              <a:solidFill>
                <a:srgbClr val="FFD166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C8F7B-EF8B-6F0E-D0C3-74DB19955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169"/>
            <a:ext cx="10515600" cy="4351338"/>
          </a:xfrm>
        </p:spPr>
        <p:txBody>
          <a:bodyPr/>
          <a:lstStyle/>
          <a:p>
            <a:pPr lvl="0"/>
            <a:r>
              <a:rPr lang="en-IN" dirty="0"/>
              <a:t>Windows: Windows 10 or later</a:t>
            </a:r>
          </a:p>
          <a:p>
            <a:pPr lvl="0"/>
            <a:r>
              <a:rPr lang="en-IN" dirty="0"/>
              <a:t>Linux: Modern Linux distributions</a:t>
            </a:r>
          </a:p>
          <a:p>
            <a:pPr lvl="0"/>
            <a:r>
              <a:rPr lang="en-IN" dirty="0"/>
              <a:t>macOS: macOS 11 or later</a:t>
            </a:r>
          </a:p>
        </p:txBody>
      </p:sp>
    </p:spTree>
    <p:extLst>
      <p:ext uri="{BB962C8B-B14F-4D97-AF65-F5344CB8AC3E}">
        <p14:creationId xmlns:p14="http://schemas.microsoft.com/office/powerpoint/2010/main" val="1334683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C3C8B8-4955-ECAE-7AE1-C7D7232D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67A0-C0D8-9E2E-95A1-610BD54E0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D166"/>
                </a:solidFill>
              </a:rPr>
              <a:t>References</a:t>
            </a:r>
            <a:endParaRPr lang="en-IN" b="1" dirty="0">
              <a:solidFill>
                <a:srgbClr val="FFD166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792F7-71A6-D5D0-9347-0879BDD27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169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W3Schools</a:t>
            </a:r>
            <a:r>
              <a:rPr lang="en-IN" dirty="0"/>
              <a:t>, </a:t>
            </a:r>
            <a:r>
              <a:rPr lang="en-IN" i="1" dirty="0"/>
              <a:t>Python Tutorial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Available at: https://www.w3schools.com/python/</a:t>
            </a:r>
          </a:p>
          <a:p>
            <a:pPr lvl="1"/>
            <a:r>
              <a:rPr lang="en-IN" dirty="0"/>
              <a:t>Referred for understanding Python basics such as functions, dictionaries, loops, and file handling</a:t>
            </a:r>
          </a:p>
          <a:p>
            <a:pPr lvl="0"/>
            <a:r>
              <a:rPr lang="en-IN" b="1" dirty="0"/>
              <a:t>EPIC RPG Wiki</a:t>
            </a:r>
            <a:r>
              <a:rPr lang="en-IN" dirty="0"/>
              <a:t>, </a:t>
            </a:r>
            <a:r>
              <a:rPr lang="en-IN" i="1" dirty="0"/>
              <a:t>EPIC RPG Game Guide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Available at: https://epic-rpg.fandom.com/wiki/EPIC_RPG_Wiki</a:t>
            </a:r>
          </a:p>
          <a:p>
            <a:pPr lvl="1"/>
            <a:r>
              <a:rPr lang="en-IN" dirty="0"/>
              <a:t>Referenced for understanding RPG game concepts, items, progression, and gameplay mechanics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sz="1200" dirty="0"/>
              <a:t>(Kindly contact project owner for any kind of credits and removals)</a:t>
            </a:r>
          </a:p>
        </p:txBody>
      </p:sp>
    </p:spTree>
    <p:extLst>
      <p:ext uri="{BB962C8B-B14F-4D97-AF65-F5344CB8AC3E}">
        <p14:creationId xmlns:p14="http://schemas.microsoft.com/office/powerpoint/2010/main" val="2320825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9A3BB4-74C8-415A-03B4-AD8F399F9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1100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1B263B"/>
                </a:solidFill>
                <a:latin typeface="Impact" panose="020B0806030902050204" pitchFamily="34" charset="0"/>
              </a:rPr>
              <a:t>Level 2 Cleared!</a:t>
            </a:r>
            <a:br>
              <a:rPr lang="en-US" dirty="0">
                <a:solidFill>
                  <a:srgbClr val="1B263B"/>
                </a:solidFill>
                <a:latin typeface="Impact" panose="020B0806030902050204" pitchFamily="34" charset="0"/>
              </a:rPr>
            </a:br>
            <a:r>
              <a:rPr lang="en-US" dirty="0">
                <a:solidFill>
                  <a:srgbClr val="1B263B"/>
                </a:solidFill>
                <a:latin typeface="Impact" panose="020B0806030902050204" pitchFamily="34" charset="0"/>
              </a:rPr>
              <a:t> Thank You for Evaluating Our Second Milestone</a:t>
            </a:r>
            <a:endParaRPr lang="en-IN" dirty="0">
              <a:solidFill>
                <a:srgbClr val="1B263B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730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831</Words>
  <Application>Microsoft Office PowerPoint</Application>
  <PresentationFormat>Widescreen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Franklin Gothic Medium</vt:lpstr>
      <vt:lpstr>Impact</vt:lpstr>
      <vt:lpstr>Nimbus Roman No9 L</vt:lpstr>
      <vt:lpstr>Office Theme</vt:lpstr>
      <vt:lpstr>EPIC RPG V2</vt:lpstr>
      <vt:lpstr>Company Profile : GALAMINE AI</vt:lpstr>
      <vt:lpstr>Synopsis</vt:lpstr>
      <vt:lpstr>Introduction</vt:lpstr>
      <vt:lpstr>Objective</vt:lpstr>
      <vt:lpstr>MODULES</vt:lpstr>
      <vt:lpstr>Menu Design</vt:lpstr>
      <vt:lpstr>Screen Design</vt:lpstr>
      <vt:lpstr>Test Case (Manual)</vt:lpstr>
      <vt:lpstr>Learning During Project Work</vt:lpstr>
      <vt:lpstr>Hardware Requirement</vt:lpstr>
      <vt:lpstr>Software Requirement</vt:lpstr>
      <vt:lpstr>References</vt:lpstr>
      <vt:lpstr>Level 2 Cleared!  Thank You for Evaluating Our Second Milestone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ADIL BELIM</dc:creator>
  <cp:lastModifiedBy>ADIL BELIM</cp:lastModifiedBy>
  <cp:revision>3</cp:revision>
  <dcterms:created xsi:type="dcterms:W3CDTF">2025-12-13T01:26:59Z</dcterms:created>
  <dcterms:modified xsi:type="dcterms:W3CDTF">2026-01-24T04:55:43Z</dcterms:modified>
</cp:coreProperties>
</file>