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263B"/>
    <a:srgbClr val="6A439C"/>
    <a:srgbClr val="FFD166"/>
    <a:srgbClr val="2B2D42"/>
    <a:srgbClr val="E63946"/>
    <a:srgbClr val="A8DADC"/>
    <a:srgbClr val="F1FAFE"/>
    <a:srgbClr val="1D1D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702C3-A0D0-FE53-4BB3-229667C02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8B8E2A-D0B0-9839-5FB1-AED9765443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E64F3-3889-727C-638D-BE29D8169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984E-94E2-4E0F-A5B2-26E66A8769B7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8BFEB-CBF8-643E-8552-95F077BCA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F6009-6D60-C8C4-9A84-916B93FBC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0DF0-C895-4BCB-AF70-14AA1E9F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643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0673-D646-CF00-E0FC-380AA876B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80A2F-FC24-303E-90EE-3189342D7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DD2D8-E2CA-E482-E0BA-643EA4C23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984E-94E2-4E0F-A5B2-26E66A8769B7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218BC-4691-C324-5DB1-C85E455C7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9E6AB-DE3B-A064-2E63-437B3449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0DF0-C895-4BCB-AF70-14AA1E9F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18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BE56C-9B0B-D9B4-D1A7-07001FC9B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42BDF-AE97-5640-9EF1-00A7B02CB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A86A8-0C2F-69E3-8CAB-AD0584231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984E-94E2-4E0F-A5B2-26E66A8769B7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FE5F5-6E9B-BD31-CC62-39DEA47B7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F0D15-A112-ADE4-7960-69F290983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0DF0-C895-4BCB-AF70-14AA1E9F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002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0A443-6582-257D-68C1-32566997C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BBD8F-4FE8-CAAD-D35B-F3FC34D49C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749100-B100-50BD-FB2A-7E37FAC1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47954-3367-A872-387C-AE5309968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984E-94E2-4E0F-A5B2-26E66A8769B7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738E2-1739-5B81-53A9-A0D468740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AD973-0604-E7D2-4D5A-1FC873997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0DF0-C895-4BCB-AF70-14AA1E9F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196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3713F-AE29-CD77-AC9B-6D661EF50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F9338-FBBB-85EC-DFC0-D5839C702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199DC-D20B-DEDD-EBEA-E34462958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702F8D-08C1-83BB-87DE-782A8564EF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A9F311-1470-77BB-C29C-B34D8FF69F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7E23D5-F18A-CB11-D5FE-0259BFADB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984E-94E2-4E0F-A5B2-26E66A8769B7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0AB56F-29CE-E91B-C52E-5AF9FCD24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C8D36E-E39A-AE18-FD38-0E5A7B0CD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0DF0-C895-4BCB-AF70-14AA1E9F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774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77919-694C-922D-B983-52068FBCA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AC8F9-DD30-41CD-FC1B-DF81F7C7A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984E-94E2-4E0F-A5B2-26E66A8769B7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588391-0FFE-685A-8215-8716EE479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448DE2-C51B-4DC4-4501-0DA7F8D75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0DF0-C895-4BCB-AF70-14AA1E9F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885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644DDF-4BEF-73C5-CDA1-ED52A6FB5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984E-94E2-4E0F-A5B2-26E66A8769B7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C5C37-4317-892D-DC03-4557DBF8C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E5F8C-C5C1-3280-9457-7E6FAF727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0DF0-C895-4BCB-AF70-14AA1E9F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455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DF4CB-5C2A-ECD3-D337-8472F447C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52DD8-E3B5-FAAF-2536-572258C37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F3795-A648-19AB-33BF-9D6246B4A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675C5-542D-8BAE-D139-D79A02217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984E-94E2-4E0F-A5B2-26E66A8769B7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796881-69AB-C3E1-3B4E-E26B0F8E0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89462-3F41-889F-B4A7-FAC97F305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0DF0-C895-4BCB-AF70-14AA1E9F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228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E2109-ADE1-5B44-C176-DF929D5AB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961BA6-C6FB-BE75-CEFC-31BB20DE55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FE76DF-83BE-1273-2777-193AB9448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D4E8AA-6CB8-7AA1-205D-75FC4920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984E-94E2-4E0F-A5B2-26E66A8769B7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BC9BC1-9CDB-38FC-B323-EDE7C6F2F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D82ED-41F8-8D41-EF7F-AD4327B11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0DF0-C895-4BCB-AF70-14AA1E9F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816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C475D-6193-521E-6E3B-D620F2B00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B8A485-3A5E-FA36-A5FB-FE26BAF2E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99EB4-4B92-44F7-D0BF-8475A6E25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984E-94E2-4E0F-A5B2-26E66A8769B7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A117E-C24D-36B2-A384-2E1177237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0C9EA-E1C7-7DA1-BC10-BB396CFF9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0DF0-C895-4BCB-AF70-14AA1E9F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878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A14F4A-BDD3-ECBF-03A1-7838023C12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937A3C-14ED-DC88-6AAC-FE36AE184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9675D-2C40-1CF2-C07C-6A793272A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984E-94E2-4E0F-A5B2-26E66A8769B7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1B9F4-B790-CB89-4B64-6B0201A3E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BCDC2-9C3D-A1DB-1AC3-131E00C3A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0DF0-C895-4BCB-AF70-14AA1E9F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12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D3A076-FB12-105D-5168-3267A1946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0E45C-B7DA-2861-8FB3-ADF5BDCA3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DD9AF-B23E-F2BE-2470-8A67D27342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63984E-94E2-4E0F-A5B2-26E66A8769B7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FC9B2-D935-3943-34C2-BA7965C6B0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BE668-1144-84C9-4F78-8888EA07CA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F0DF0-C895-4BCB-AF70-14AA1E9F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757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1A8B3-FE48-7DF6-75DF-E4717A35DC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D166"/>
                </a:solidFill>
                <a:latin typeface="Franklin Gothic Medium" panose="020B0603020102020204" pitchFamily="34" charset="0"/>
              </a:rPr>
              <a:t>EPIC RPG V2</a:t>
            </a:r>
            <a:endParaRPr lang="en-IN" b="1" dirty="0">
              <a:solidFill>
                <a:srgbClr val="FFD166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A69BB-A1D7-D452-B6C2-5B892D2FF5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6A439C"/>
                </a:solidFill>
              </a:rPr>
              <a:t>Adil </a:t>
            </a:r>
            <a:r>
              <a:rPr lang="en-IN" b="1" dirty="0" err="1">
                <a:solidFill>
                  <a:srgbClr val="6A439C"/>
                </a:solidFill>
              </a:rPr>
              <a:t>Belim</a:t>
            </a:r>
            <a:r>
              <a:rPr lang="en-IN" b="1" dirty="0">
                <a:solidFill>
                  <a:srgbClr val="6A439C"/>
                </a:solidFill>
              </a:rPr>
              <a:t>  (92400584032)</a:t>
            </a:r>
            <a:endParaRPr lang="en-IN" dirty="0">
              <a:solidFill>
                <a:srgbClr val="6A439C"/>
              </a:solidFill>
            </a:endParaRPr>
          </a:p>
          <a:p>
            <a:r>
              <a:rPr lang="en-IN" b="1" dirty="0">
                <a:solidFill>
                  <a:srgbClr val="6A439C"/>
                </a:solidFill>
              </a:rPr>
              <a:t>Krupali Shah (92400584055) </a:t>
            </a:r>
            <a:endParaRPr lang="en-IN" dirty="0">
              <a:solidFill>
                <a:srgbClr val="6A439C"/>
              </a:solidFill>
            </a:endParaRPr>
          </a:p>
          <a:p>
            <a:r>
              <a:rPr lang="en-IN" b="1" dirty="0">
                <a:solidFill>
                  <a:srgbClr val="6A439C"/>
                </a:solidFill>
              </a:rPr>
              <a:t> Niyati </a:t>
            </a:r>
            <a:r>
              <a:rPr lang="en-IN" b="1" dirty="0" err="1">
                <a:solidFill>
                  <a:srgbClr val="6A439C"/>
                </a:solidFill>
              </a:rPr>
              <a:t>Bhanani</a:t>
            </a:r>
            <a:r>
              <a:rPr lang="en-IN" b="1" dirty="0">
                <a:solidFill>
                  <a:srgbClr val="6A439C"/>
                </a:solidFill>
              </a:rPr>
              <a:t> (92400584019) </a:t>
            </a:r>
            <a:endParaRPr lang="en-IN" dirty="0">
              <a:solidFill>
                <a:srgbClr val="6A439C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691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8F7E0-5D78-CA5E-BA16-560A842EE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E63946"/>
                </a:solidFill>
              </a:rPr>
              <a:t>Company Profile : GALAMINE AI</a:t>
            </a:r>
            <a:endParaRPr lang="en-IN" dirty="0">
              <a:solidFill>
                <a:srgbClr val="E6394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BD763-39BC-41A8-3B6B-9FD9A6AE9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err="1">
                <a:solidFill>
                  <a:srgbClr val="2B2D42"/>
                </a:solidFill>
              </a:rPr>
              <a:t>Galamine</a:t>
            </a:r>
            <a:r>
              <a:rPr lang="en-IN" dirty="0">
                <a:solidFill>
                  <a:srgbClr val="2B2D42"/>
                </a:solidFill>
              </a:rPr>
              <a:t> AI is a technology-driven company specializing in Artificial Intelligence solutions that help organizations automate processes, improve customer engagement, and enhance operational efficiency. The company develops AI-powered chatbots, virtual assistants, and customized digital solutions to support business growth and innovation.</a:t>
            </a:r>
          </a:p>
          <a:p>
            <a:r>
              <a:rPr lang="en-IN" dirty="0" err="1">
                <a:solidFill>
                  <a:srgbClr val="2B2D42"/>
                </a:solidFill>
              </a:rPr>
              <a:t>Galamine</a:t>
            </a:r>
            <a:r>
              <a:rPr lang="en-IN" dirty="0">
                <a:solidFill>
                  <a:srgbClr val="2B2D42"/>
                </a:solidFill>
              </a:rPr>
              <a:t> AI operates under Amri Foundation, an organization committed to innovation, social impact, and sustainable development through technology and education.</a:t>
            </a:r>
          </a:p>
        </p:txBody>
      </p:sp>
    </p:spTree>
    <p:extLst>
      <p:ext uri="{BB962C8B-B14F-4D97-AF65-F5344CB8AC3E}">
        <p14:creationId xmlns:p14="http://schemas.microsoft.com/office/powerpoint/2010/main" val="1425008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BBBD2-553B-630F-81A8-2327E86A5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D166"/>
                </a:solidFill>
              </a:rPr>
              <a:t>Content</a:t>
            </a:r>
            <a:endParaRPr lang="en-IN" b="1" dirty="0">
              <a:solidFill>
                <a:srgbClr val="FFD166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6BF7EE-911C-BE37-BAE5-70112EC7B6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3700107"/>
              </p:ext>
            </p:extLst>
          </p:nvPr>
        </p:nvGraphicFramePr>
        <p:xfrm>
          <a:off x="963038" y="1690687"/>
          <a:ext cx="10904707" cy="480218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49917">
                  <a:extLst>
                    <a:ext uri="{9D8B030D-6E8A-4147-A177-3AD203B41FA5}">
                      <a16:colId xmlns:a16="http://schemas.microsoft.com/office/drawing/2014/main" val="3921727935"/>
                    </a:ext>
                  </a:extLst>
                </a:gridCol>
                <a:gridCol w="7313623">
                  <a:extLst>
                    <a:ext uri="{9D8B030D-6E8A-4147-A177-3AD203B41FA5}">
                      <a16:colId xmlns:a16="http://schemas.microsoft.com/office/drawing/2014/main" val="206966810"/>
                    </a:ext>
                  </a:extLst>
                </a:gridCol>
                <a:gridCol w="1741167">
                  <a:extLst>
                    <a:ext uri="{9D8B030D-6E8A-4147-A177-3AD203B41FA5}">
                      <a16:colId xmlns:a16="http://schemas.microsoft.com/office/drawing/2014/main" val="1828343420"/>
                    </a:ext>
                  </a:extLst>
                </a:gridCol>
              </a:tblGrid>
              <a:tr h="11299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>
                          <a:solidFill>
                            <a:srgbClr val="6A439C"/>
                          </a:solidFill>
                          <a:effectLst/>
                        </a:rPr>
                        <a:t>Chapters</a:t>
                      </a:r>
                      <a:endParaRPr lang="en-IN" sz="2800">
                        <a:solidFill>
                          <a:srgbClr val="6A439C"/>
                        </a:solidFill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>
                          <a:solidFill>
                            <a:srgbClr val="6A439C"/>
                          </a:solidFill>
                          <a:effectLst/>
                        </a:rPr>
                        <a:t>Particulars</a:t>
                      </a:r>
                      <a:endParaRPr lang="en-IN" sz="2800">
                        <a:solidFill>
                          <a:srgbClr val="6A439C"/>
                        </a:solidFill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>
                          <a:solidFill>
                            <a:srgbClr val="6A439C"/>
                          </a:solidFill>
                          <a:effectLst/>
                        </a:rPr>
                        <a:t>Page No.</a:t>
                      </a:r>
                      <a:endParaRPr lang="en-IN" sz="2800">
                        <a:solidFill>
                          <a:srgbClr val="6A439C"/>
                        </a:solidFill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06449425"/>
                  </a:ext>
                </a:extLst>
              </a:tr>
              <a:tr h="524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6A439C"/>
                          </a:solidFill>
                          <a:effectLst/>
                        </a:rPr>
                        <a:t>1</a:t>
                      </a:r>
                      <a:endParaRPr lang="en-IN" sz="2800">
                        <a:solidFill>
                          <a:srgbClr val="6A439C"/>
                        </a:solidFill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114300">
                        <a:buNone/>
                      </a:pPr>
                      <a:r>
                        <a:rPr lang="en-IN" sz="2800">
                          <a:solidFill>
                            <a:srgbClr val="6A439C"/>
                          </a:solidFill>
                          <a:effectLst/>
                        </a:rPr>
                        <a:t>SYNOPSIS</a:t>
                      </a:r>
                      <a:endParaRPr lang="en-IN" sz="2800">
                        <a:solidFill>
                          <a:srgbClr val="6A439C"/>
                        </a:solidFill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>
                          <a:solidFill>
                            <a:srgbClr val="6A439C"/>
                          </a:solidFill>
                          <a:effectLst/>
                        </a:rPr>
                        <a:t> </a:t>
                      </a:r>
                      <a:endParaRPr lang="en-IN" sz="2800">
                        <a:solidFill>
                          <a:srgbClr val="6A439C"/>
                        </a:solidFill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2258945"/>
                  </a:ext>
                </a:extLst>
              </a:tr>
              <a:tr h="3147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6A439C"/>
                          </a:solidFill>
                          <a:effectLst/>
                        </a:rPr>
                        <a:t>2</a:t>
                      </a:r>
                    </a:p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6A439C"/>
                          </a:solidFill>
                          <a:effectLst/>
                        </a:rPr>
                        <a:t>2.1</a:t>
                      </a:r>
                    </a:p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6A439C"/>
                          </a:solidFill>
                          <a:effectLst/>
                        </a:rPr>
                        <a:t>2.2</a:t>
                      </a:r>
                    </a:p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6A439C"/>
                          </a:solidFill>
                          <a:effectLst/>
                        </a:rPr>
                        <a:t>2.3</a:t>
                      </a:r>
                    </a:p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6A439C"/>
                          </a:solidFill>
                          <a:effectLst/>
                        </a:rPr>
                        <a:t>2.4</a:t>
                      </a:r>
                    </a:p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6A439C"/>
                          </a:solidFill>
                          <a:effectLst/>
                        </a:rPr>
                        <a:t> </a:t>
                      </a:r>
                      <a:endParaRPr lang="en-IN" sz="2800">
                        <a:solidFill>
                          <a:srgbClr val="6A439C"/>
                        </a:solidFill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114300">
                        <a:buNone/>
                      </a:pPr>
                      <a:r>
                        <a:rPr lang="en-IN" sz="2800" dirty="0">
                          <a:solidFill>
                            <a:srgbClr val="6A439C"/>
                          </a:solidFill>
                          <a:effectLst/>
                        </a:rPr>
                        <a:t>PREAMBLE</a:t>
                      </a:r>
                    </a:p>
                    <a:p>
                      <a:pPr>
                        <a:buNone/>
                      </a:pPr>
                      <a:r>
                        <a:rPr lang="en-IN" sz="2800" dirty="0">
                          <a:solidFill>
                            <a:srgbClr val="6A439C"/>
                          </a:solidFill>
                          <a:effectLst/>
                        </a:rPr>
                        <a:t>General Introduction</a:t>
                      </a:r>
                    </a:p>
                    <a:p>
                      <a:pPr>
                        <a:buNone/>
                      </a:pPr>
                      <a:r>
                        <a:rPr lang="en-IN" sz="2800" dirty="0">
                          <a:solidFill>
                            <a:srgbClr val="6A439C"/>
                          </a:solidFill>
                          <a:effectLst/>
                        </a:rPr>
                        <a:t>Statement of Problem</a:t>
                      </a:r>
                    </a:p>
                    <a:p>
                      <a:pPr>
                        <a:buNone/>
                      </a:pPr>
                      <a:r>
                        <a:rPr lang="en-IN" sz="2800" dirty="0">
                          <a:solidFill>
                            <a:srgbClr val="6A439C"/>
                          </a:solidFill>
                          <a:effectLst/>
                        </a:rPr>
                        <a:t>Objective and Scope of the Study</a:t>
                      </a:r>
                    </a:p>
                    <a:p>
                      <a:pPr>
                        <a:buNone/>
                      </a:pPr>
                      <a:r>
                        <a:rPr lang="en-IN" sz="2800" dirty="0">
                          <a:solidFill>
                            <a:srgbClr val="6A439C"/>
                          </a:solidFill>
                          <a:effectLst/>
                        </a:rPr>
                        <a:t>Module Description with functionality</a:t>
                      </a:r>
                    </a:p>
                    <a:p>
                      <a:pPr>
                        <a:buNone/>
                      </a:pPr>
                      <a:r>
                        <a:rPr lang="en-IN" sz="2800" dirty="0">
                          <a:solidFill>
                            <a:srgbClr val="6A439C"/>
                          </a:solidFill>
                          <a:effectLst/>
                        </a:rPr>
                        <a:t> </a:t>
                      </a:r>
                      <a:endParaRPr lang="en-IN" sz="2800" dirty="0">
                        <a:solidFill>
                          <a:srgbClr val="6A439C"/>
                        </a:solidFill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solidFill>
                            <a:srgbClr val="6A439C"/>
                          </a:solidFill>
                          <a:effectLst/>
                        </a:rPr>
                        <a:t> </a:t>
                      </a:r>
                      <a:endParaRPr lang="en-IN" sz="2800" dirty="0">
                        <a:solidFill>
                          <a:srgbClr val="6A439C"/>
                        </a:solidFill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3260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748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C6C50-15FB-904E-3A93-75807196F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E63946"/>
                </a:solidFill>
              </a:rPr>
              <a:t>Synopsis</a:t>
            </a:r>
            <a:endParaRPr lang="en-IN" dirty="0">
              <a:solidFill>
                <a:srgbClr val="E6394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D1B08-3B6D-C9BF-338D-66E27BE11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2B2D42"/>
                </a:solidFill>
                <a:effectLst/>
              </a:rPr>
              <a:t>Interactive text-based RPG game developed using Python</a:t>
            </a:r>
            <a:endParaRPr lang="en-US" dirty="0">
              <a:solidFill>
                <a:srgbClr val="2B2D42"/>
              </a:solidFill>
            </a:endParaRPr>
          </a:p>
          <a:p>
            <a:r>
              <a:rPr lang="en-US" dirty="0">
                <a:solidFill>
                  <a:srgbClr val="2B2D42"/>
                </a:solidFill>
                <a:effectLst/>
              </a:rPr>
              <a:t>Supports user registration, login, and character creation</a:t>
            </a:r>
            <a:endParaRPr lang="en-US" dirty="0">
              <a:solidFill>
                <a:srgbClr val="2B2D42"/>
              </a:solidFill>
            </a:endParaRPr>
          </a:p>
          <a:p>
            <a:r>
              <a:rPr lang="en-US" dirty="0">
                <a:solidFill>
                  <a:srgbClr val="2B2D42"/>
                </a:solidFill>
                <a:effectLst/>
              </a:rPr>
              <a:t>Features exploration, battles, rewards, items, and leveling up</a:t>
            </a:r>
            <a:endParaRPr lang="en-US" dirty="0">
              <a:solidFill>
                <a:srgbClr val="2B2D42"/>
              </a:solidFill>
            </a:endParaRPr>
          </a:p>
          <a:p>
            <a:r>
              <a:rPr lang="en-US" dirty="0">
                <a:solidFill>
                  <a:srgbClr val="2B2D42"/>
                </a:solidFill>
                <a:effectLst/>
              </a:rPr>
              <a:t>Uses modular design for gameplay, inventory, store, and utilities</a:t>
            </a:r>
            <a:endParaRPr lang="en-US" dirty="0">
              <a:solidFill>
                <a:srgbClr val="2B2D42"/>
              </a:solidFill>
            </a:endParaRPr>
          </a:p>
          <a:p>
            <a:r>
              <a:rPr lang="en-US" dirty="0">
                <a:solidFill>
                  <a:srgbClr val="2B2D42"/>
                </a:solidFill>
                <a:effectLst/>
              </a:rPr>
              <a:t>Stores player data using JSON-based file handling</a:t>
            </a:r>
            <a:endParaRPr lang="en-US" dirty="0">
              <a:solidFill>
                <a:srgbClr val="2B2D42"/>
              </a:solidFill>
            </a:endParaRPr>
          </a:p>
          <a:p>
            <a:r>
              <a:rPr lang="en-US" dirty="0">
                <a:solidFill>
                  <a:srgbClr val="2B2D42"/>
                </a:solidFill>
                <a:effectLst/>
              </a:rPr>
              <a:t>Demonstrates core Python concepts like functions, loops, conditionals, and file handling</a:t>
            </a:r>
            <a:endParaRPr lang="en-US" dirty="0">
              <a:solidFill>
                <a:srgbClr val="2B2D42"/>
              </a:solidFill>
            </a:endParaRPr>
          </a:p>
          <a:p>
            <a:r>
              <a:rPr lang="en-US" dirty="0">
                <a:solidFill>
                  <a:srgbClr val="2B2D42"/>
                </a:solidFill>
                <a:effectLst/>
              </a:rPr>
              <a:t>Runs on any system with Python, no graphics required</a:t>
            </a:r>
            <a:endParaRPr lang="en-US" dirty="0">
              <a:solidFill>
                <a:srgbClr val="2B2D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95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DA163-0409-ACAF-E04F-7B596F09D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D166"/>
                </a:solidFill>
              </a:rPr>
              <a:t>Introduction</a:t>
            </a:r>
            <a:endParaRPr lang="en-IN" b="1" dirty="0">
              <a:solidFill>
                <a:srgbClr val="FFD16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A4814-FFEF-2604-A24A-407490229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6A439C"/>
                </a:solidFill>
              </a:rPr>
              <a:t>Text-based RPGs (Role-Playing Games) are one of the earliest forms of computer games, built entirely through text prompts and user choices. These games are simple yet highly interactive, relying on decision-making rather than graphics</a:t>
            </a:r>
          </a:p>
        </p:txBody>
      </p:sp>
    </p:spTree>
    <p:extLst>
      <p:ext uri="{BB962C8B-B14F-4D97-AF65-F5344CB8AC3E}">
        <p14:creationId xmlns:p14="http://schemas.microsoft.com/office/powerpoint/2010/main" val="3455464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BD9B-825D-C6FC-8772-7DE04A5C7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63946"/>
                </a:solidFill>
              </a:rPr>
              <a:t>Objective</a:t>
            </a:r>
            <a:endParaRPr lang="en-IN" b="1" dirty="0">
              <a:solidFill>
                <a:srgbClr val="E6394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8B72F-0180-04E1-A564-6FC0F62E5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2B2D42"/>
                </a:solidFill>
                <a:effectLst/>
              </a:rPr>
              <a:t>Implement user registration, login, and account management</a:t>
            </a:r>
            <a:endParaRPr lang="en-US" dirty="0">
              <a:solidFill>
                <a:srgbClr val="2B2D42"/>
              </a:solidFill>
            </a:endParaRPr>
          </a:p>
          <a:p>
            <a:r>
              <a:rPr lang="en-US" dirty="0">
                <a:solidFill>
                  <a:srgbClr val="2B2D42"/>
                </a:solidFill>
                <a:effectLst/>
              </a:rPr>
              <a:t>Enable character progression with health, XP, level, and coin management</a:t>
            </a:r>
            <a:endParaRPr lang="en-US" dirty="0">
              <a:solidFill>
                <a:srgbClr val="2B2D42"/>
              </a:solidFill>
            </a:endParaRPr>
          </a:p>
          <a:p>
            <a:r>
              <a:rPr lang="en-US" dirty="0">
                <a:solidFill>
                  <a:srgbClr val="2B2D42"/>
                </a:solidFill>
                <a:effectLst/>
              </a:rPr>
              <a:t>Design core game modules such as hunting, adventure, inventory, store, and profile</a:t>
            </a:r>
            <a:endParaRPr lang="en-US" dirty="0">
              <a:solidFill>
                <a:srgbClr val="2B2D42"/>
              </a:solidFill>
            </a:endParaRPr>
          </a:p>
          <a:p>
            <a:r>
              <a:rPr lang="en-US" dirty="0">
                <a:solidFill>
                  <a:srgbClr val="2B2D42"/>
                </a:solidFill>
                <a:effectLst/>
              </a:rPr>
              <a:t>Store and retrieve user data using JSON-based file storage</a:t>
            </a:r>
            <a:endParaRPr lang="en-US" dirty="0">
              <a:solidFill>
                <a:srgbClr val="2B2D42"/>
              </a:solidFill>
            </a:endParaRPr>
          </a:p>
          <a:p>
            <a:r>
              <a:rPr lang="en-US" dirty="0">
                <a:solidFill>
                  <a:srgbClr val="2B2D42"/>
                </a:solidFill>
                <a:effectLst/>
              </a:rPr>
              <a:t>Provide a simple and user-friendly text-based interface</a:t>
            </a:r>
            <a:endParaRPr lang="en-US" dirty="0">
              <a:solidFill>
                <a:srgbClr val="2B2D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912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95E8F-DD6C-73C2-205B-6E3BC1917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D166"/>
                </a:solidFill>
              </a:rPr>
              <a:t>MODULES</a:t>
            </a:r>
            <a:endParaRPr lang="en-IN" b="1" dirty="0">
              <a:solidFill>
                <a:srgbClr val="FFD16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FD947-9BAF-6768-753E-FC9FFDAA3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6A439C"/>
                </a:solidFill>
                <a:effectLst/>
              </a:rPr>
              <a:t>User Management Module: Manages user registration, login, deletion, and data storage.</a:t>
            </a:r>
            <a:endParaRPr lang="en-US" dirty="0">
              <a:solidFill>
                <a:srgbClr val="6A439C"/>
              </a:solidFill>
            </a:endParaRPr>
          </a:p>
          <a:p>
            <a:r>
              <a:rPr lang="en-US" dirty="0">
                <a:solidFill>
                  <a:srgbClr val="6A439C"/>
                </a:solidFill>
                <a:effectLst/>
              </a:rPr>
              <a:t>Game Mechanics Module: Handles core gameplay actions like hunting, adventure, rewards, and leveling.</a:t>
            </a:r>
            <a:endParaRPr lang="en-US" dirty="0">
              <a:solidFill>
                <a:srgbClr val="6A439C"/>
              </a:solidFill>
            </a:endParaRPr>
          </a:p>
          <a:p>
            <a:r>
              <a:rPr lang="en-US" dirty="0">
                <a:solidFill>
                  <a:srgbClr val="6A439C"/>
                </a:solidFill>
                <a:effectLst/>
              </a:rPr>
              <a:t>Inventory Module: Displays and manages player items.</a:t>
            </a:r>
            <a:endParaRPr lang="en-US" dirty="0">
              <a:solidFill>
                <a:srgbClr val="6A439C"/>
              </a:solidFill>
            </a:endParaRPr>
          </a:p>
          <a:p>
            <a:r>
              <a:rPr lang="en-US" dirty="0">
                <a:solidFill>
                  <a:srgbClr val="6A439C"/>
                </a:solidFill>
                <a:effectLst/>
              </a:rPr>
              <a:t>Profile Module: Shows player character details and statistics.</a:t>
            </a:r>
            <a:endParaRPr lang="en-US" dirty="0">
              <a:solidFill>
                <a:srgbClr val="6A439C"/>
              </a:solidFill>
            </a:endParaRPr>
          </a:p>
          <a:p>
            <a:r>
              <a:rPr lang="en-US" dirty="0">
                <a:solidFill>
                  <a:srgbClr val="6A439C"/>
                </a:solidFill>
                <a:effectLst/>
              </a:rPr>
              <a:t>Store Module: Allows players to purchase items using in-game currency.</a:t>
            </a:r>
            <a:endParaRPr lang="en-US" dirty="0">
              <a:solidFill>
                <a:srgbClr val="6A439C"/>
              </a:solidFill>
            </a:endParaRPr>
          </a:p>
          <a:p>
            <a:r>
              <a:rPr lang="en-US" dirty="0">
                <a:solidFill>
                  <a:srgbClr val="6A439C"/>
                </a:solidFill>
                <a:effectLst/>
              </a:rPr>
              <a:t>Main Game Module: Controls overall game flow and user interaction.</a:t>
            </a:r>
            <a:endParaRPr lang="en-US" dirty="0">
              <a:solidFill>
                <a:srgbClr val="6A439C"/>
              </a:solidFill>
            </a:endParaRPr>
          </a:p>
          <a:p>
            <a:r>
              <a:rPr lang="en-US" dirty="0">
                <a:solidFill>
                  <a:srgbClr val="6A439C"/>
                </a:solidFill>
                <a:effectLst/>
              </a:rPr>
              <a:t>Utils Module: Provides helper functions such as level calculation and item mappings.</a:t>
            </a:r>
            <a:r>
              <a:rPr lang="en-IN" dirty="0">
                <a:solidFill>
                  <a:srgbClr val="6A439C"/>
                </a:solidFill>
                <a:effectLst/>
              </a:rPr>
              <a:t> </a:t>
            </a:r>
            <a:r>
              <a:rPr lang="en-IN" sz="1000" dirty="0">
                <a:solidFill>
                  <a:srgbClr val="6A439C"/>
                </a:solidFill>
                <a:effectLst/>
              </a:rPr>
              <a:t>(more information available in documentation)</a:t>
            </a:r>
            <a:endParaRPr lang="en-US" dirty="0">
              <a:solidFill>
                <a:srgbClr val="6A43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213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9A3BB4-74C8-415A-03B4-AD8F399F9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1100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1B263B"/>
                </a:solidFill>
                <a:latin typeface="Impact" panose="020B0806030902050204" pitchFamily="34" charset="0"/>
              </a:rPr>
              <a:t>Level 1 Cleared!</a:t>
            </a:r>
            <a:br>
              <a:rPr lang="en-US" dirty="0">
                <a:solidFill>
                  <a:srgbClr val="1B263B"/>
                </a:solidFill>
                <a:latin typeface="Impact" panose="020B0806030902050204" pitchFamily="34" charset="0"/>
              </a:rPr>
            </a:br>
            <a:r>
              <a:rPr lang="en-US" dirty="0">
                <a:solidFill>
                  <a:srgbClr val="1B263B"/>
                </a:solidFill>
                <a:latin typeface="Impact" panose="020B0806030902050204" pitchFamily="34" charset="0"/>
              </a:rPr>
              <a:t> Thank You for Evaluating Our First Milestone</a:t>
            </a:r>
            <a:endParaRPr lang="en-IN" dirty="0">
              <a:solidFill>
                <a:srgbClr val="1B263B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730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Franklin Gothic Medium</vt:lpstr>
      <vt:lpstr>Impact</vt:lpstr>
      <vt:lpstr>Nimbus Roman No9 L</vt:lpstr>
      <vt:lpstr>Office Theme</vt:lpstr>
      <vt:lpstr>EPIC RPG V2</vt:lpstr>
      <vt:lpstr>Company Profile : GALAMINE AI</vt:lpstr>
      <vt:lpstr>Content</vt:lpstr>
      <vt:lpstr>Synopsis</vt:lpstr>
      <vt:lpstr>Introduction</vt:lpstr>
      <vt:lpstr>Objective</vt:lpstr>
      <vt:lpstr>MODULES</vt:lpstr>
      <vt:lpstr>Level 1 Cleared!  Thank You for Evaluating Our First Milestone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ADIL BELIM</dc:creator>
  <cp:lastModifiedBy>ADIL BELIM</cp:lastModifiedBy>
  <cp:revision>1</cp:revision>
  <dcterms:created xsi:type="dcterms:W3CDTF">2025-12-13T01:26:59Z</dcterms:created>
  <dcterms:modified xsi:type="dcterms:W3CDTF">2025-12-13T01:27:05Z</dcterms:modified>
</cp:coreProperties>
</file>