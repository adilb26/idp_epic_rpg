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ibre Franklin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6ACiPZZH4Hi9jXpTR8dRfp14Y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23D97-7451-4EBC-A62F-C170865B9635}">
  <a:tblStyle styleId="{DD623D97-7451-4EBC-A62F-C170865B96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Medium-regular.fntdata"/><Relationship Id="rId11" Type="http://schemas.openxmlformats.org/officeDocument/2006/relationships/slide" Target="slides/slide6.xml"/><Relationship Id="rId22" Type="http://schemas.openxmlformats.org/officeDocument/2006/relationships/font" Target="fonts/LibreFranklinMedium-italic.fntdata"/><Relationship Id="rId10" Type="http://schemas.openxmlformats.org/officeDocument/2006/relationships/slide" Target="slides/slide5.xml"/><Relationship Id="rId21" Type="http://schemas.openxmlformats.org/officeDocument/2006/relationships/font" Target="fonts/LibreFranklinMedium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ibreFranklin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6000"/>
              <a:buFont typeface="Libre Franklin Medium"/>
              <a:buNone/>
            </a:pPr>
            <a:r>
              <a:rPr b="1" lang="en-IN">
                <a:solidFill>
                  <a:srgbClr val="FFD1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EPIC RPG</a:t>
            </a:r>
            <a:endParaRPr b="1">
              <a:solidFill>
                <a:srgbClr val="FFD166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439C"/>
              </a:buClr>
              <a:buSzPts val="2400"/>
              <a:buNone/>
            </a:pPr>
            <a:r>
              <a:rPr b="1" lang="en-IN">
                <a:solidFill>
                  <a:srgbClr val="6A439C"/>
                </a:solidFill>
              </a:rPr>
              <a:t>Adil Belim  (92400584032)</a:t>
            </a:r>
            <a:endParaRPr>
              <a:solidFill>
                <a:srgbClr val="6A439C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ts val="2400"/>
              <a:buNone/>
            </a:pPr>
            <a:r>
              <a:rPr b="1" lang="en-IN">
                <a:solidFill>
                  <a:srgbClr val="6A439C"/>
                </a:solidFill>
              </a:rPr>
              <a:t>Krupali Shah (92400584055) </a:t>
            </a:r>
            <a:endParaRPr>
              <a:solidFill>
                <a:srgbClr val="6A439C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ts val="2400"/>
              <a:buNone/>
            </a:pPr>
            <a:r>
              <a:rPr b="1" lang="en-IN">
                <a:solidFill>
                  <a:srgbClr val="6A439C"/>
                </a:solidFill>
              </a:rPr>
              <a:t> Niyati Bhanani (92400584019) </a:t>
            </a:r>
            <a:endParaRPr>
              <a:solidFill>
                <a:srgbClr val="6A439C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Company Profile : GALAMINE AI</a:t>
            </a:r>
            <a:endParaRPr>
              <a:solidFill>
                <a:srgbClr val="E63946"/>
              </a:solidFill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Galamine AI is a technology-driven company specializing in Artificial Intelligence solutions that help organizations automate processes, improve customer engagement, and enhance operational efficiency. The company develops AI-powered chatbots, virtual assistants, and customized digital solutions to support business growth and innovation.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Galamine AI operates under Amri Foundation, an organization committed to innovation, social impact, and sustainable development through technology and education.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Synopsis</a:t>
            </a:r>
            <a:endParaRPr>
              <a:solidFill>
                <a:srgbClr val="E63946"/>
              </a:solidFill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Interactive text-based RPG game developed using Python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Supports user registration, login, and character creation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Features exploration, battles, rewards, items, and leveling up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Uses modular design for gameplay, inventory, store, and utilities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Stores player data using JSON-based file handling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Demonstrates core Python concepts like functions, loops, conditionals, and file handling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Runs on any system with Python, no graphics required</a:t>
            </a:r>
            <a:endParaRPr>
              <a:solidFill>
                <a:srgbClr val="2B2D4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Introduction</a:t>
            </a:r>
            <a:endParaRPr b="1">
              <a:solidFill>
                <a:srgbClr val="FFD166"/>
              </a:solidFill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439C"/>
              </a:buClr>
              <a:buSzPts val="2800"/>
              <a:buChar char="•"/>
            </a:pPr>
            <a:r>
              <a:rPr lang="en-IN">
                <a:solidFill>
                  <a:srgbClr val="6A439C"/>
                </a:solidFill>
              </a:rPr>
              <a:t>Text-based RPGs (Role-Playing Games) are one of the earliest forms of computer games, built entirely through text prompts and user choices. These games are simple yet highly interactive, relying on decision-making rather than graphics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Objective</a:t>
            </a:r>
            <a:endParaRPr b="1">
              <a:solidFill>
                <a:srgbClr val="E63946"/>
              </a:solidFill>
            </a:endParaRPr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Implement user registration, login, and account management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Enable character progression with health, XP, level, and coin management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Design core game modules such as hunting, adventure, inventory, store, and profile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Lucy charm to boost your drops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Store and retrieve user data using JSON-based file storage</a:t>
            </a:r>
            <a:endParaRPr>
              <a:solidFill>
                <a:srgbClr val="2B2D4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D42"/>
              </a:buClr>
              <a:buSzPts val="2800"/>
              <a:buChar char="•"/>
            </a:pPr>
            <a:r>
              <a:rPr lang="en-IN">
                <a:solidFill>
                  <a:srgbClr val="2B2D42"/>
                </a:solidFill>
              </a:rPr>
              <a:t>Provide a simple and user-friendly text-based interface</a:t>
            </a:r>
            <a:endParaRPr>
              <a:solidFill>
                <a:srgbClr val="2B2D4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MODULES</a:t>
            </a:r>
            <a:endParaRPr b="1">
              <a:solidFill>
                <a:srgbClr val="FFD166"/>
              </a:solidFill>
            </a:endParaRPr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User Management Module: Manages user registration, login, deletion, and data storage.</a:t>
            </a:r>
            <a:endParaRPr>
              <a:solidFill>
                <a:srgbClr val="6A439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Game Mechanics Module: Handles core gameplay actions like hunting, adventure, rewards, and leveling.</a:t>
            </a:r>
            <a:endParaRPr>
              <a:solidFill>
                <a:srgbClr val="6A439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Inventory Module: Displays and manages player items.</a:t>
            </a:r>
            <a:endParaRPr>
              <a:solidFill>
                <a:srgbClr val="6A439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Profile Module: Shows player character details and statistics.</a:t>
            </a:r>
            <a:endParaRPr>
              <a:solidFill>
                <a:srgbClr val="6A439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Store Module: Allows players to purchase items using in-game currency.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Craft module : to craft some items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Main Game Module: Controls overall game flow and user interaction.</a:t>
            </a:r>
            <a:endParaRPr>
              <a:solidFill>
                <a:srgbClr val="6A439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A439C"/>
              </a:buClr>
              <a:buSzPct val="100000"/>
              <a:buChar char="•"/>
            </a:pPr>
            <a:r>
              <a:rPr lang="en-IN">
                <a:solidFill>
                  <a:srgbClr val="6A439C"/>
                </a:solidFill>
              </a:rPr>
              <a:t>Utils Module: Provides helper functions such as level calculation and item mappings. </a:t>
            </a:r>
            <a:r>
              <a:rPr lang="en-IN" sz="1000">
                <a:solidFill>
                  <a:srgbClr val="6A439C"/>
                </a:solidFill>
              </a:rPr>
              <a:t>(more information available in documentation)</a:t>
            </a:r>
            <a:endParaRPr>
              <a:solidFill>
                <a:srgbClr val="6A439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Menu Design</a:t>
            </a:r>
            <a:endParaRPr b="1">
              <a:solidFill>
                <a:srgbClr val="E63946"/>
              </a:solidFill>
            </a:endParaRPr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34381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MENU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1. 🎯 Hunt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2. 🗺️ Adventure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3. 🧪 Heal using Life Potion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4. 🎒 View Inventory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5. 👤 View Profile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6. 🏪 Store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7. 🪵 Chop Wood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8. 🎁 Reward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9. 🛠️ Craft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10. 🗑️ Delete User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11. 🚪 Exit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Screen Design</a:t>
            </a:r>
            <a:endParaRPr b="1">
              <a:solidFill>
                <a:srgbClr val="FFD166"/>
              </a:solidFill>
            </a:endParaRPr>
          </a:p>
        </p:txBody>
      </p:sp>
      <p:pic>
        <p:nvPicPr>
          <p:cNvPr descr="A screenshot of a computer&#10;&#10;AI-generated content may be incorrect." id="127" name="Google Shape;127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3831" y="963645"/>
            <a:ext cx="4544337" cy="5715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Test Case (Manual)</a:t>
            </a:r>
            <a:endParaRPr b="1">
              <a:solidFill>
                <a:srgbClr val="E63946"/>
              </a:solidFill>
            </a:endParaRPr>
          </a:p>
        </p:txBody>
      </p:sp>
      <p:graphicFrame>
        <p:nvGraphicFramePr>
          <p:cNvPr id="133" name="Google Shape;133;p9"/>
          <p:cNvGraphicFramePr/>
          <p:nvPr/>
        </p:nvGraphicFramePr>
        <p:xfrm>
          <a:off x="225357" y="134381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{DD623D97-7451-4EBC-A62F-C170865B9635}</a:tableStyleId>
              </a:tblPr>
              <a:tblGrid>
                <a:gridCol w="1992750"/>
                <a:gridCol w="1992750"/>
                <a:gridCol w="3553675"/>
                <a:gridCol w="4202100"/>
              </a:tblGrid>
              <a:tr h="43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Test Case 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Menu Option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Description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Expected Result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Register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Create a new user account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User account created successfully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2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Login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Login with valid credentials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User logged 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5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Login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Login with invalid credentials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Access denied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2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Hunt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Perform hunt action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XP, coins, and items updated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3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Adventure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Perform adventure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Health reduced or rewards gained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18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Chop Wood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Chop wood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Wood logs added to inventory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9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Store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Buy weapon or item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Inventory updated, stats affected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Craft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Craft Wooden Sword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Weapon crafted, attack increased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TC-09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Craft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Craft Lucky Charm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Luck increased, cooldown applied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2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Heal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Use Life Potion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Health restored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2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Inventory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View inventory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Items displayed correctly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2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Profile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View profile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Player stats displayed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2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Reward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Claim reward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XP or coins added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295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Delete User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Delete account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User data removed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  <a:tr h="32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TC-15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Exit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Exit game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Program terminates safely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6375" marL="663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Learning During Project Work</a:t>
            </a:r>
            <a:endParaRPr b="1">
              <a:solidFill>
                <a:srgbClr val="FFD166"/>
              </a:solidFill>
            </a:endParaRPr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Learned how to break a big problem into smaller and easier parts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Got better at Python by actually using it in a real project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Understood how to save and load data using files (JSON)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Improved logic by fixing errors and testing the game again and again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Learned how different parts of a program work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Got hands-on experience in planning and building a complete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Felt more confident after successfully completing the project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E63946"/>
                </a:solidFill>
              </a:rPr>
              <a:t>Hardware Requirement</a:t>
            </a:r>
            <a:endParaRPr b="1">
              <a:solidFill>
                <a:srgbClr val="E63946"/>
              </a:solidFill>
            </a:endParaRPr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Hardware Requirement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Processor: Intel / AMD processor or equivalent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RAM: Minimum 2 GB (4 GB or more recommended)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Storage: 200–300 MB free disk space to support future game data, save files, logs, and feature expansions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Display: Terminal or console window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Input Device: Keyboard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Software Requirement</a:t>
            </a:r>
            <a:endParaRPr b="1">
              <a:solidFill>
                <a:srgbClr val="FFD166"/>
              </a:solidFill>
            </a:endParaRPr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0616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Windows: Windows 10 or later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Linux: Modern Linux distributions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macOS: macOS 11 or later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D166"/>
                </a:solidFill>
              </a:rPr>
              <a:t>References</a:t>
            </a:r>
            <a:endParaRPr b="1">
              <a:solidFill>
                <a:srgbClr val="FFD166"/>
              </a:solidFill>
            </a:endParaRPr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838200" y="180616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W3Schools</a:t>
            </a:r>
            <a:r>
              <a:rPr lang="en-IN"/>
              <a:t>, </a:t>
            </a:r>
            <a:r>
              <a:rPr i="1" lang="en-IN"/>
              <a:t>Python Tutorial</a:t>
            </a:r>
            <a:r>
              <a:rPr lang="en-IN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Available at: https://www.w3schools.com/python/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Referred for understanding Python basics such as functions, dictionaries, loops, and file handling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EPIC RPG Wiki</a:t>
            </a:r>
            <a:r>
              <a:rPr lang="en-IN"/>
              <a:t>, </a:t>
            </a:r>
            <a:r>
              <a:rPr i="1" lang="en-IN"/>
              <a:t>EPIC RPG Game Guide</a:t>
            </a:r>
            <a:r>
              <a:rPr lang="en-IN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Available at: https://epic-rpg.fandom.com/wiki/EPIC_RPG_Wiki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Referenced for understanding RPG game concepts, items, progression, and gameplay mechanics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(Kindly contact project owner for any kind of credits and removals)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2000"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838200" y="166110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6000"/>
              <a:buFont typeface="Impact"/>
              <a:buNone/>
            </a:pPr>
            <a:r>
              <a:rPr lang="en-IN">
                <a:solidFill>
                  <a:srgbClr val="1B263B"/>
                </a:solidFill>
                <a:latin typeface="Impact"/>
                <a:ea typeface="Impact"/>
                <a:cs typeface="Impact"/>
                <a:sym typeface="Impact"/>
              </a:rPr>
              <a:t>Levels Cleared!</a:t>
            </a:r>
            <a:br>
              <a:rPr lang="en-IN">
                <a:solidFill>
                  <a:srgbClr val="1B263B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IN">
                <a:solidFill>
                  <a:srgbClr val="1B263B"/>
                </a:solidFill>
                <a:latin typeface="Impact"/>
                <a:ea typeface="Impact"/>
                <a:cs typeface="Impact"/>
                <a:sym typeface="Impact"/>
              </a:rPr>
              <a:t> Thank You</a:t>
            </a:r>
            <a:endParaRPr>
              <a:solidFill>
                <a:srgbClr val="1B263B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2025-12-13T01:26:59Z</dcterms:created>
  <dc:creator>ADIL BELIM</dc:creator>
</cp:coreProperties>
</file>